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title_4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1–2 · ABSTRACT, PROBLEM &amp; OBJECTIVES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Folio exists — the real-world problem it solves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is a browser-based Library Management System that digitises the complete circulation workflow — borrowing, renewing, returning, and late-fee tracking — using Object-Oriented principles in JavaScript, with no server required.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2944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94436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registers lose track of due dates and borrowers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66928" y="33284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33284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Borrowing limits are easily exceeded by mistake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66928" y="3712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371246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fees are miscalculated or never collected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4864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 &amp; SCOPE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455371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44398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books, readers, and loans as structured objects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66928" y="499262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488289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borrowing limits, due dates, renewals in code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66928" y="543153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53218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fine calculation — ₹10 per overdue day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66928" y="587044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804672" y="576072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dashboard for the librarian's entire collection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812280" y="1298448"/>
            <a:ext cx="4828032" cy="4892040"/>
          </a:xfrm>
          <a:prstGeom prst="roundRect">
            <a:avLst>
              <a:gd name="adj" fmla="val 1705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3232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SCOPE FOR REVIEW 1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132320" y="203911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6"/>
          <p:cNvSpPr/>
          <p:nvPr/>
        </p:nvSpPr>
        <p:spPr>
          <a:xfrm>
            <a:off x="7370064" y="1929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Management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7370064" y="22219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· edit · remove · search by title, author, ISBN, genre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7132320" y="295351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29"/>
          <p:cNvSpPr/>
          <p:nvPr/>
        </p:nvSpPr>
        <p:spPr>
          <a:xfrm>
            <a:off x="7370064" y="2843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Reader Management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7370064" y="31363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readers · search by name or ID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7132320" y="386791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2"/>
          <p:cNvSpPr/>
          <p:nvPr/>
        </p:nvSpPr>
        <p:spPr>
          <a:xfrm>
            <a:off x="7370064" y="3758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Circulation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7370064" y="40507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 · return · renew once · place a hold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7132320" y="478231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5"/>
          <p:cNvSpPr/>
          <p:nvPr/>
        </p:nvSpPr>
        <p:spPr>
          <a:xfrm>
            <a:off x="7370064" y="46725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Fines &amp; Dashboard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7370064" y="49651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₹10/day fines · live loan statistics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7132320" y="5596128"/>
            <a:ext cx="4206240" cy="0"/>
          </a:xfrm>
          <a:prstGeom prst="line">
            <a:avLst/>
          </a:prstGeom>
          <a:noFill/>
          <a:ln w="12700">
            <a:solidFill>
              <a:srgbClr val="3A31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files   ·   0 dependencies   ·   100% client-side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 · FINAL SYSTEM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Folio works — modules at a glance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librarian opens one page; everything else happens inside it. Four modules cover the full circulation cycle, and the browser stores all data.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20756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783080" y="21122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78308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statistics: total books, active readers, on-loan, overdue + fines due. Quick actions for checkout, add, register.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0756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7315200" y="21122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31520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Catalogue table with search by title / author / ISBN / genre. Add, edit, and remove books (borrowed ones locked).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783080" y="4169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Readers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783080" y="45537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members with borrowed counts and remaining slots (max 3 per reader). Search by name or ID.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39319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4652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7315200" y="4169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Loans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315200" y="45537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active loan card: due-date badge, fine tag, hold tag, and one-click renew / hold / return actions.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943600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1D184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5998464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hood:  </a:t>
            </a:r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demo data → actions validate &amp; mutate state → save() persists to localStorage → render() redraws the page.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 · ARCHITECTURE &amp; DESIGN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design patterns &amp; class model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298448"/>
            <a:ext cx="6583680" cy="969264"/>
          </a:xfrm>
          <a:prstGeom prst="roundRect">
            <a:avLst>
              <a:gd name="adj" fmla="val 8491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4081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1609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index.html  +  styles.css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187452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 navigation · content area · modal forms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578608"/>
            <a:ext cx="6583680" cy="969264"/>
          </a:xfrm>
          <a:prstGeom prst="roundRect">
            <a:avLst>
              <a:gd name="adj" fmla="val 8491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26883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8895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app.js — all logic in one module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14400" y="31546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Constants · data &amp; storage · actions · renderers · handlers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858768"/>
            <a:ext cx="6583680" cy="841248"/>
          </a:xfrm>
          <a:prstGeom prst="roundRect">
            <a:avLst>
              <a:gd name="adj" fmla="val 978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3968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41696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localStorage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14400" y="443484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Keys: folio-books · folio-users  (JSON)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83280" y="2295144"/>
            <a:ext cx="0" cy="256032"/>
          </a:xfrm>
          <a:prstGeom prst="line">
            <a:avLst/>
          </a:prstGeom>
          <a:noFill/>
          <a:ln w="20320">
            <a:solidFill>
              <a:srgbClr val="CFC6EC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212848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events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 flipV="1">
            <a:off x="4434840" y="2295144"/>
            <a:ext cx="0" cy="256032"/>
          </a:xfrm>
          <a:prstGeom prst="line">
            <a:avLst/>
          </a:prstGeom>
          <a:noFill/>
          <a:ln w="20320">
            <a:solidFill>
              <a:srgbClr val="CFC6EC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457200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render()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3383280" y="3575304"/>
            <a:ext cx="0" cy="256032"/>
          </a:xfrm>
          <a:prstGeom prst="line">
            <a:avLst/>
          </a:prstGeom>
          <a:noFill/>
          <a:ln w="20320">
            <a:solidFill>
              <a:srgbClr val="CFC6EC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1737360" y="3547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save() → JSON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 flipV="1">
            <a:off x="4434840" y="3575304"/>
            <a:ext cx="0" cy="256032"/>
          </a:xfrm>
          <a:prstGeom prst="line">
            <a:avLst/>
          </a:prstGeom>
          <a:noFill/>
          <a:ln w="20320">
            <a:solidFill>
              <a:srgbClr val="CFC6EC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4572000" y="3547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load() ← JSON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543800" y="1298448"/>
            <a:ext cx="4069080" cy="2468880"/>
          </a:xfrm>
          <a:prstGeom prst="roundRect">
            <a:avLst>
              <a:gd name="adj" fmla="val 333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8181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PATTERNS USED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18120" y="186537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8"/>
          <p:cNvSpPr/>
          <p:nvPr/>
        </p:nvSpPr>
        <p:spPr>
          <a:xfrm>
            <a:off x="8028432" y="17739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pattern  </a:t>
            </a:r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one app.js namespace, sectioned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7818120" y="23591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0"/>
          <p:cNvSpPr/>
          <p:nvPr/>
        </p:nvSpPr>
        <p:spPr>
          <a:xfrm>
            <a:off x="8028432" y="22677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MVC-style separation  </a:t>
            </a:r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state / actions / views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7818120" y="285292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2"/>
          <p:cNvSpPr/>
          <p:nvPr/>
        </p:nvSpPr>
        <p:spPr>
          <a:xfrm>
            <a:off x="8028432" y="2761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Observer-ish re-render  </a:t>
            </a:r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actions trigger render()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7818120" y="334670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4"/>
          <p:cNvSpPr/>
          <p:nvPr/>
        </p:nvSpPr>
        <p:spPr>
          <a:xfrm>
            <a:off x="8028432" y="32552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over storage  </a:t>
            </a:r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save() / load() hide persistence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4008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MODEL  (Library manages books &amp; users; loan state lives on each Book)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40080" y="5175504"/>
            <a:ext cx="3584448" cy="1051560"/>
          </a:xfrm>
          <a:prstGeom prst="roundRect">
            <a:avLst>
              <a:gd name="adj" fmla="val 7826"/>
            </a:avLst>
          </a:prstGeom>
          <a:solidFill>
            <a:srgbClr val="100D24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41248" y="5285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41248" y="554126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addBook() · borrowBook() · returnBook() · renewBook() · placeHold() · calcFine()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407408" y="5175504"/>
            <a:ext cx="3584448" cy="1051560"/>
          </a:xfrm>
          <a:prstGeom prst="roundRect">
            <a:avLst>
              <a:gd name="adj" fmla="val 7826"/>
            </a:avLst>
          </a:prstGeom>
          <a:solidFill>
            <a:srgbClr val="100D24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608576" y="5285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4608576" y="554126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author · isbn · genre · status · borrowerId · dueDate · renewed · hold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174736" y="5175504"/>
            <a:ext cx="3584448" cy="1051560"/>
          </a:xfrm>
          <a:prstGeom prst="roundRect">
            <a:avLst>
              <a:gd name="adj" fmla="val 7826"/>
            </a:avLst>
          </a:prstGeom>
          <a:solidFill>
            <a:srgbClr val="100D24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8375904" y="5285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375904" y="554126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contact · loanedCount() · canBorrow()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 · CORE FEATURES IMPLEMENTED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Review 1 delivers, working end-to-end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3584448" cy="2103120"/>
          </a:xfrm>
          <a:prstGeom prst="roundRect">
            <a:avLst>
              <a:gd name="adj" fmla="val 391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664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 a book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8680" y="2029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availability and the 3-book limit, sets a 14-day due date.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2999232"/>
            <a:ext cx="31089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borrowBook()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7408" y="1463040"/>
            <a:ext cx="3584448" cy="2103120"/>
          </a:xfrm>
          <a:prstGeom prst="roundRect">
            <a:avLst>
              <a:gd name="adj" fmla="val 391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36008" y="1664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a book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636008" y="2029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Frees the copy and charges ₹10 per overdue day automatically.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36008" y="2999232"/>
            <a:ext cx="31089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36008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returnBook() · calcFine()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74736" y="1463040"/>
            <a:ext cx="3584448" cy="2103120"/>
          </a:xfrm>
          <a:prstGeom prst="roundRect">
            <a:avLst>
              <a:gd name="adj" fmla="val 391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03336" y="1664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 a loan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8403336" y="2029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only, +7 days — blocked if another reader placed a hold.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403336" y="2999232"/>
            <a:ext cx="31089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03336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renewBook()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3749040"/>
            <a:ext cx="3584448" cy="2103120"/>
          </a:xfrm>
          <a:prstGeom prst="roundRect">
            <a:avLst>
              <a:gd name="adj" fmla="val 391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68680" y="3950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a hold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868680" y="4315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a borrowed book so it cannot be renewed by its reader.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68680" y="5285232"/>
            <a:ext cx="31089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5394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placeHold()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7408" y="3749040"/>
            <a:ext cx="3584448" cy="2103120"/>
          </a:xfrm>
          <a:prstGeom prst="roundRect">
            <a:avLst>
              <a:gd name="adj" fmla="val 391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36008" y="3950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the catalogue</a:t>
            </a:r>
            <a:endParaRPr lang="en-US" sz="1750" dirty="0"/>
          </a:p>
        </p:txBody>
      </p:sp>
      <p:sp>
        <p:nvSpPr>
          <p:cNvPr id="30" name="Text 27"/>
          <p:cNvSpPr/>
          <p:nvPr/>
        </p:nvSpPr>
        <p:spPr>
          <a:xfrm>
            <a:off x="4636008" y="4315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books by title, author, ISBN, or genre as you type.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636008" y="5285232"/>
            <a:ext cx="31089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36008" y="5394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renderBooks() + filter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174736" y="3749040"/>
            <a:ext cx="3584448" cy="2103120"/>
          </a:xfrm>
          <a:prstGeom prst="roundRect">
            <a:avLst>
              <a:gd name="adj" fmla="val 391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403336" y="3950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readers</a:t>
            </a:r>
            <a:endParaRPr lang="en-US" sz="1750" dirty="0"/>
          </a:p>
        </p:txBody>
      </p:sp>
      <p:sp>
        <p:nvSpPr>
          <p:cNvPr id="35" name="Text 32"/>
          <p:cNvSpPr/>
          <p:nvPr/>
        </p:nvSpPr>
        <p:spPr>
          <a:xfrm>
            <a:off x="8403336" y="4315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members appear instantly with their loan capacity.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403336" y="5285232"/>
            <a:ext cx="31089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03336" y="5394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addUser()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6 · TECHNICAL IMPLEMENTATION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Logic, UI, and data — with classes, methods &amp; schema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5806440" cy="2743200"/>
          </a:xfrm>
          <a:prstGeom prst="roundRect">
            <a:avLst>
              <a:gd name="adj" fmla="val 3000"/>
            </a:avLst>
          </a:prstGeom>
          <a:solidFill>
            <a:srgbClr val="100D24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4813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app.js — borrowBook()  (core circulation logic)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773936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borrowBook(bookId, userId) {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 = findBook(bookId);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(!b || b.status !== "available")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"Book is not available";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(loanCount(userId) &gt;= MAX_LOANS) // 3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"Reader has reached the limit";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b.status = "borrowed"; b.borrowerId = userId;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b.dueDate = today + LOAN_DAYS;       // 14 d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save(); return null;                 // ok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1325880"/>
            <a:ext cx="5074920" cy="2743200"/>
          </a:xfrm>
          <a:prstGeom prst="roundRect">
            <a:avLst>
              <a:gd name="adj" fmla="val 3000"/>
            </a:avLst>
          </a:prstGeom>
          <a:solidFill>
            <a:srgbClr val="100D24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1228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schema — SQL-style view of localStorage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12280" y="1773936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 (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VARCHAR, author VARCHAR,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isbn VARCHAR, genre VARCHAR,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VARCHAR(10), borrower_id INT,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due_date DATE, renewed BOOLEAN,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hold BOOLEAN 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user (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VARCHAR, contact VARCHAR );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4343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/ LOGIC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4590288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ES6 JavaScript: constants (FINE_RATE ₹10, MAX_LOANS 3, LOAN_DAYS 14), data arrays, pure action functions that validate → mutate → save. OOP via object records: encapsulated loan state, abstracted persistence.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4343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/ UI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37960" y="459028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HTML5 shell, CSS Grid sidebar layout, template-literal renderers per page, one reusable modal for all forms, toast feedback for every action.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596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server — Web Storage (localStorage) persists both tables as JSON (folio-books, folio-users) and survives page reloads.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7 · TESTING &amp; DEBUGGING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verified every rule works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1645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unit testing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96112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action tested against its rule: borrow blocked when unavailable, at 3-loan limit, or on invalid IDs.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2907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 Chrome DevTools console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4630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28232" y="1645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testing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428232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cycles exercised: borrow → renew → hold → return → fine, verifying state and UI update together.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28232" y="2907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 Live app + seeded data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4747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96112" y="3657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persistence tests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896112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inspected in the Application tab after every mutation; reload proves data survives.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6112" y="4919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 DevTools Application tab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4747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28232" y="3657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Edge-case checks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428232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states (no books/readers/loans), overdue boundaries (due today vs late), delete-while-borrowed block.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28232" y="4919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 Seeded demo scenarios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D184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14400" y="57332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results:  </a:t>
            </a:r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7 business rules verified working — 3-book limit, 14-day loans, single renewal, hold blocks renewal, ₹10/day fines, availability checks, borrowed-delete block. No known defects at Review 1.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8 · CHALLENGES &amp; SOLUTIONS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 we hit — and how we fixed them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5453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lost while searching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931920" y="1527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Re-rendering the book list on every keystroke cleared the search box mid-typing.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9560" y="15270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Re-focus the input and restore the caret position after each render.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2551176"/>
            <a:ext cx="104241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62432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27523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borrowed books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931920" y="273405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Removing a borrowed title would orphan an active loan and corrupt statistics.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09560" y="273405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removal while status = borrowed; require a return first (disabled button + tooltip).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14400" y="3758184"/>
            <a:ext cx="104241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831336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39593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Renewal abuse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3931920" y="394106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renewals could stall popular titles indefinitely.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909560" y="394106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renewal per loan; a placed hold hard-blocks renewal.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14400" y="4965192"/>
            <a:ext cx="10424160" cy="0"/>
          </a:xfrm>
          <a:prstGeom prst="line">
            <a:avLst/>
          </a:prstGeom>
          <a:noFill/>
          <a:ln w="9525">
            <a:solidFill>
              <a:srgbClr val="3A31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5038344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14400" y="51663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merge conflicts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3931920" y="51480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members editing one app.js caused overwrites.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909560" y="51480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Sectioned file (10 labelled sections) + Git feature branches with review before merge.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9 · CONCLUSION &amp; OUTCOMES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status — objectives met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PRODUCT STATUS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43584" y="20665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working prototype, live in the browser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43584" y="26151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circulation features functional end-to-end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43584" y="31638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persists across sessions — no setup needed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43584" y="37124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Demo-ready with realistic seeded data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63640" y="1417320"/>
            <a:ext cx="5349240" cy="2834640"/>
          </a:xfrm>
          <a:prstGeom prst="roundRect">
            <a:avLst>
              <a:gd name="adj" fmla="val 2903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3796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 VS OUTCOMES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3796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67144" y="20665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circulation — achieved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5379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67144" y="26151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enforcement in code — achieved (7/7 rules)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3796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67144" y="31638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fine calculation — achieved (₹10/day)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3796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67144" y="37124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dashboard for the librarian — achieved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40080" y="452628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1D184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144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REVIEW PANEL WILL SEE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440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one-click demo: open index.html → borrow a book as Maya → renew it → place a hold as Noah → watch renewal become blocked → return 3-days-late Sapiens and watch the ₹30 fine appear. Every number on the dashboard updates live.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bhin/OneDrive/Desktop/Projects2026/JavaProject/ppt_build/bg_4k_b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820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10 · FUTURE WORK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missing — and where Folio goes next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Folio · Review 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6344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43584" y="20665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Single-machine storage — no sync between devices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43584" y="27249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authentication — anyone can act as the librarian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43584" y="33832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copy per title — no multi-copy inventory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43584" y="404164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testing only — no automated test suite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1440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43584" y="47000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 is computed, not recorded as paid/unpaid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263640" y="14173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61230"/>
          </a:solidFill>
          <a:ln w="12700">
            <a:solidFill>
              <a:srgbClr val="3A31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3796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IDEAS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3796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67144" y="20665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to a real backend (Java + SQL) using our schema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3796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67144" y="272491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roles: librarian vs member self-service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53796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67144" y="33832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Email/SMS reminders before due dates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5379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67144" y="40416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 payment tracking and receipts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53796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67144" y="47000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support for faster check-in/out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640080" y="5897880"/>
            <a:ext cx="10972800" cy="0"/>
          </a:xfrm>
          <a:prstGeom prst="line">
            <a:avLst/>
          </a:prstGeom>
          <a:noFill/>
          <a:ln w="12700">
            <a:solidFill>
              <a:srgbClr val="3A31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4389120" y="6108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7AE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Folio · Abhin Joe Saji · Athul Pious · Adwaid P · Nanda Kishor K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JavaProject — Review 1</dc:title>
  <dc:subject>PptxGenJS Presentation</dc:subject>
  <dc:creator>Abhin Joe Saji</dc:creator>
  <cp:lastModifiedBy>Abhin Joe Saji</cp:lastModifiedBy>
  <cp:revision>1</cp:revision>
  <dcterms:created xsi:type="dcterms:W3CDTF">2026-09-09T22:20:02Z</dcterms:created>
  <dcterms:modified xsi:type="dcterms:W3CDTF">2026-09-09T22:20:02Z</dcterms:modified>
</cp:coreProperties>
</file>